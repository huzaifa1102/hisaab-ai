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291840" cy="41148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🏆 BUILD WITH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Hisaab AI (حساب)</a:t>
            </a:r>
          </a:p>
          <a:p>
            <a:pPr>
              <a:defRPr sz="2200">
                <a:solidFill>
                  <a:srgbClr val="10B981"/>
                </a:solidFill>
              </a:defRPr>
            </a:pPr>
            <a:r>
              <a:t>Multimodal AI Bookkeeper &amp; Cash Drawer Assistant for Pakistani Kiryana Stores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Empowering 2M+ micro-retailers with Computer Vision, Urdu Localization, WhatsApp Reminders &amp; On-Device Resilience.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103327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👤 Team: HisaabAI   |   Domain: FinTech / Generative AI   |   Team Lead: Huzaifa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🚀 Tech: Google Gemini Flash Multimodal, Groq Whisper-v3, Streamlit, SQLite, WhatsApp Cloud / Twilio API</a:t>
            </a:r>
          </a:p>
          <a:p>
            <a:pPr>
              <a:defRPr sz="1300">
                <a:solidFill>
                  <a:srgbClr val="F59E0B"/>
                </a:solidFill>
              </a:defRPr>
            </a:pPr>
            <a:r>
              <a:t>🔗 GitHub: github.com/Huzaifa1102/hisaab-ai   •   Status: Production Deployed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MARKET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Problem: The Fragile Reality of Kiryana Retail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1. The Manual Khata Trap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Over 2 Million neighborhood grocery stores in Pakistan run solely on handwritten paper registers. Illegible handwriting and torn notebooks lead to untracked customer debt and forgotten loans.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2. Dead Capital &amp; Stockout Losses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Shopkeepers lack real-time stock ledgers. Capital gets locked in slow-moving goods while high-demand items (Atta, Cheeni, Ghee) run out, causing direct revenue losses.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3. Cash Drawer Leakage (Galla)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At the end of a 14-hour shift, cash in the physical drawer rarely matches transactions. Without reconciliation tools, discrepancies, miscalculations, and theft go unnoticed.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4. Digital Literacy Barrier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Conventional POS software is English-first, desktop-bound, expensive, and complex. Kiryana owners need native Urdu script, voice support, and zero learning curve.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AUTONOMOUS BOOKKEEPER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Solution: Hisaab AI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4E3B"/>
                </a:solidFill>
              </a:defRPr>
            </a:pPr>
            <a:r>
              <a:t>📷 Smart Vision Scanner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Instantly ingests handwritten Urdu receipts, wholesaler invoices, and digital utility bill PDFs (IESCO, SNGPL). Extracts line items, vendor name, amount, and due 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4E3B"/>
                </a:solidFill>
              </a:defRPr>
            </a:pPr>
            <a:r>
              <a:t>🎙️ Roman Urdu Voice Khata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Powered by Groq Whisper-large-v3. Shopkeepers speak naturally: 'Faisal ko 500 ka ghee udhaar diya' — transcribed and parsed directly into financial entries.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4E3B"/>
                </a:solidFill>
              </a:defRPr>
            </a:pPr>
            <a:r>
              <a:t>💬 Automated WhatsApp Reminders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Generates polite, bilingual payment reminders with exact balances. Shopkeepers dispatch reminders via WhatsApp Web or automated Cloud API with one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4E3B"/>
                </a:solidFill>
              </a:defRPr>
            </a:pPr>
            <a:r>
              <a:t>💵 Galla Hisaab (Reconciliation)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Automated end-of-day drawer balancing. Reconciles opening cash + cash sales + repayments vs supplier expenses, featuring an intuitive currency note counter.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PRODUCT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Enterprise-Ready Features Built for Hackathon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🇵🇰 100% Urdu Localization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Instant one-click toggle between English and Urdu Nastaliq script with full RTL alignment across all screens.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📦 Inventory Stock Ledger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Real-time stock valuation (Cost vs Retail), projected profit margins, safety reorder alerts, and auto-restock from invoice scans.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🏪 Multi-Shop &amp; 4-Digit PIN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Multi-tenancy profile switcher (e.g. Madina Store, Bismillah Kiryana) with PIN protection for ledger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📊 Financial Intelligence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Real-time KPIs, monthly expense trends, unpaid bill trackers, and 'Ask AI' Kiryana financial advisor.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Built for Pakistan's Reality: 100% Fault Tolerance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🛡️ Multi-Key Failover Pool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Eliminates API 429 quota exhaustion. Auto-rotates across primary and backup Gemini API keys seamlessly in the background.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⚡ On-Device Heuristic Fallback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Unseen images and PDFs are parsed locally without internet access using smart heuristic pattern matching and local OCR.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🔒 Zero Key Leakage Security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All API keys are masked with password inputs and strictly stored in local .env, never exposed or committed.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💾 Local-First Persistence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Self-contained SQLite database engine with zero external database dependencies or monthly server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Transforming Informal Retail in Pakistan</a:t>
            </a:r>
          </a:p>
          <a:p>
            <a:pPr>
              <a:defRPr sz="1800">
                <a:solidFill>
                  <a:srgbClr val="10B981"/>
                </a:solidFill>
              </a:defRPr>
            </a:pPr>
            <a:r>
              <a:t>Bridging the gap between traditional Kiryana shops and digital financial inclusion.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3327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🚀 PROJECT SUMMARY &amp; VERIFIED HACKATHON DELIVERABLES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Live Demonstration: Hosted on Streamlit Community Cloud with instant demo-seed utilities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Code Repository: https://github.com/Huzaifa1102/hisaab-ai (100% Passing Automated Tests)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Localization: Full English &amp; Urdu Nastaliq interfaces tailored for local shopkeepers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Multimodal AI Pipeline: Google Gemini Flash Vision + Groq Whisper Speech Recognition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Resilience Engine: Multi-Key API Pool + Offline Document Parsing Fallback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Team Lead: Huzaifa | Team: HisaabAI | Domain: FinTech /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